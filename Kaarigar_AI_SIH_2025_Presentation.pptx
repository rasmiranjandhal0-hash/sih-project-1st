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971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SMART INDIA HACKATHON 2025</a:t>
            </a:r>
          </a:p>
          <a:p>
            <a:pPr>
              <a:spcBef>
                <a:spcPts val="800"/>
              </a:spcBef>
              <a:defRPr sz="3600" b="1">
                <a:solidFill>
                  <a:srgbClr val="F8FAFC"/>
                </a:solidFill>
              </a:defRPr>
            </a:pPr>
            <a:r>
              <a:t>KAARIGAR AI</a:t>
            </a:r>
          </a:p>
          <a:p>
            <a:pPr>
              <a:spcBef>
                <a:spcPts val="400"/>
              </a:spcBef>
              <a:defRPr sz="2000" b="1">
                <a:solidFill>
                  <a:srgbClr val="E07A5F"/>
                </a:solidFill>
              </a:defRPr>
            </a:pPr>
            <a:r>
              <a:t>Empowering Rural Artisans through AI-Assisted Commerce Platform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Virtual Business Manager for India's Traditional Craft Communities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Problem Statement ID:  1697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Theme / Category:  Social Innovation &amp; Digital Empowerment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Domain / Solution Type:  Software (AI, Voice PWA, WhatsApp Automation)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Team Name &amp; ID:  Kaarigar AI Team • [Your Team ID]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SMART INDIA HACKATHON 2025 • PS ID: 1697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IDEA TITLE: KAARIGAR AI — Virtual Business Manager for Artisans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7A5F"/>
                </a:solidFill>
              </a:defRPr>
            </a:pPr>
            <a:r>
              <a:t>1. Zero-Friction Voice Listing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Voice-First Regional Input: Eliminates the literacy barrier. Rural artisans speak naturally in Hindi or local dialects.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Multilingual Speech AI: Speech-to-text transcribes spoken words into bilingual listings (Hindi &amp; English).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Studio Lighting Engine: Converts raw smartphone photos of earth/kiln into studio-grade marketplace photography.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2. Fair Pricing &amp; 88% Direct Payout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Transparent Valuation: Analyzes crafting time, raw material costs, and cultural provenance to suggest optimal price ranges.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Direct-to-Maker Settlement: Eliminates 3-5 layers of middlemen markups; 88% of order funds flow directly to artisan's UPI/account.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Frictionless Buyer Checkout: Phone users pay via 1-tap UPI deep links (GPay/PhonePe); desktop users scan dynamic QR.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3. WhatsApp Automation &amp; Provenance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Automated Dual Dispatch: Instant order notifications sent to Delivery Partner (+91 9668317798) and Company HQ (+91 6371205518).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Headless WhatsApp Bot: Artisans without smartphones can manage orders, inventory, and receive pickup slips via WhatsApp.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Digital Provenance Passport: QR authenticity seal featuring village GPS coordinates, artisan lineage, and recorded audio blessings.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SMART INDIA HACKATHON 2025 • PS ID: 1697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TECHNICAL APPROACH: Architecture &amp; 4-Step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AF37"/>
                </a:solidFill>
              </a:defRPr>
            </a:pPr>
            <a:r>
              <a:t>⚡ 4-Step End-to-End Workflow</a:t>
            </a:r>
          </a:p>
          <a:p>
            <a:pPr>
              <a:spcBef>
                <a:spcPts val="800"/>
              </a:spcBef>
              <a:defRPr sz="1200" b="1">
                <a:solidFill>
                  <a:srgbClr val="E07A5F"/>
                </a:solidFill>
              </a:defRPr>
            </a:pPr>
            <a:r>
              <a:t>Step 1: Snap Photo (Engine A)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Artisan takes a raw picture. AI studio lighting cleans background and applies ambient studio glow.</a:t>
            </a:r>
          </a:p>
          <a:p>
            <a:pPr>
              <a:spcBef>
                <a:spcPts val="800"/>
              </a:spcBef>
              <a:defRPr sz="1200" b="1">
                <a:solidFill>
                  <a:srgbClr val="E07A5F"/>
                </a:solidFill>
              </a:defRPr>
            </a:pPr>
            <a:r>
              <a:t>Step 2: Voice Dictation (Engine B)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Artisan speaks in Hindi: 'Yeh mitti ka kalash hai, 2 din lage, 280 rupaye.' Speech AI transcribes instantly.</a:t>
            </a:r>
          </a:p>
          <a:p>
            <a:pPr>
              <a:spcBef>
                <a:spcPts val="800"/>
              </a:spcBef>
              <a:defRPr sz="1200" b="1">
                <a:solidFill>
                  <a:srgbClr val="E07A5F"/>
                </a:solidFill>
              </a:defRPr>
            </a:pPr>
            <a:r>
              <a:t>Step 3: AI Bilingual Cataloging (Engine C)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Generates title, story, and fair price range (₹240-₹340). Direct payout (₹200) calculated with 94% confidence.</a:t>
            </a:r>
          </a:p>
          <a:p>
            <a:pPr>
              <a:spcBef>
                <a:spcPts val="800"/>
              </a:spcBef>
              <a:defRPr sz="1200" b="1">
                <a:solidFill>
                  <a:srgbClr val="E07A5F"/>
                </a:solidFill>
              </a:defRPr>
            </a:pPr>
            <a:r>
              <a:t>Step 4: 1-Click Publish &amp; WhatsApp Dispatch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Publishes live to 2-column mobile catalog. Real-time WhatsApp pickup slip routed to Delivery Partner (+91 9668317798).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🛠️ Full-Stack Technology Architecture</a:t>
            </a:r>
          </a:p>
          <a:p>
            <a:pPr>
              <a:spcBef>
                <a:spcPts val="700"/>
              </a:spcBef>
              <a:defRPr sz="1150" b="1">
                <a:solidFill>
                  <a:srgbClr val="D4AF37"/>
                </a:solidFill>
              </a:defRPr>
            </a:pPr>
            <a:r>
              <a:t>• Mobile-First PWA &amp; Buyer Store: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Tailwind CSS responsive design with 2-column mobile catalog, slide-up bottom sheets, and horizontal swipe filters.</a:t>
            </a:r>
          </a:p>
          <a:p>
            <a:pPr>
              <a:spcBef>
                <a:spcPts val="700"/>
              </a:spcBef>
              <a:defRPr sz="1150" b="1">
                <a:solidFill>
                  <a:srgbClr val="D4AF37"/>
                </a:solidFill>
              </a:defRPr>
            </a:pPr>
            <a:r>
              <a:t>• Voice Recognition &amp; NLP: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Web Speech API (Hindi hi-IN / English) integrated with conversational LLM parsing for seamless bilingual metadata generation.</a:t>
            </a:r>
          </a:p>
          <a:p>
            <a:pPr>
              <a:spcBef>
                <a:spcPts val="700"/>
              </a:spcBef>
              <a:defRPr sz="1150" b="1">
                <a:solidFill>
                  <a:srgbClr val="D4AF37"/>
                </a:solidFill>
              </a:defRPr>
            </a:pPr>
            <a:r>
              <a:t>• Backend &amp; Hybrid Database: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Node.js &amp; Express REST API architecture with dual-layer storage: embedded zero-setup persistence + Supabase PostgreSQL cloud sync.</a:t>
            </a:r>
          </a:p>
          <a:p>
            <a:pPr>
              <a:spcBef>
                <a:spcPts val="700"/>
              </a:spcBef>
              <a:defRPr sz="1150" b="1">
                <a:solidFill>
                  <a:srgbClr val="D4AF37"/>
                </a:solidFill>
              </a:defRPr>
            </a:pPr>
            <a:r>
              <a:t>• Fintech &amp; Instant Settlements: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Direct UPI deep-linking (upi://pay?pa=6371205518@upi) for mobile buyers, dynamic QR codes, and PayPal Sandbox for global sales.</a:t>
            </a:r>
          </a:p>
          <a:p>
            <a:pPr>
              <a:spcBef>
                <a:spcPts val="700"/>
              </a:spcBef>
              <a:defRPr sz="1150" b="1">
                <a:solidFill>
                  <a:srgbClr val="D4AF37"/>
                </a:solidFill>
              </a:defRPr>
            </a:pPr>
            <a:r>
              <a:t>• WhatsApp Automation Engine: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whatsapp-web.js with persistent LocalAuth sessions for automated dispatch to delivery partners and interactive seller bot.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SMART INDIA HACKATHON 2025 • PS ID: 1697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FEASIBILITY AND VIABILITY: Operational Model &amp;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✅ Production-Ready Feasibility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Fully Functional Working Prototype: Tested live on mobile and LAN viewports with real voice listings, dynamic checkout, and dual WhatsApp notifications.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Minimal Hardware Requirement: Works on any budget Android smartphone; no high-end devices needed.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Zero Cloud Dependency Fallback: Embedded local database functions even in areas with intermittent cloud connectivity.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📈 Commercial &amp; Market Viability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Target Addressable Market: 10M+ unorganized rural artisans, Self-Help Groups (SHGs), and craft clusters across India.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Self-Sustaining Unit Economics: 12% operational buffer covers nationwide packing, logistics, and verification without charging artisans any listing fees.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Festival Demand Forecaster: Predictive engine prompts artisans 45 days in advance (e.g., Diwali earthen lamps, festive handlooms).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7A5F"/>
                </a:solidFill>
              </a:defRPr>
            </a:pPr>
            <a:r>
              <a:t>🛡️ Key Challenges &amp; Proven Mitigation</a:t>
            </a:r>
          </a:p>
          <a:p>
            <a:pPr>
              <a:spcBef>
                <a:spcPts val="600"/>
              </a:spcBef>
              <a:defRPr sz="1150" b="1">
                <a:solidFill>
                  <a:srgbClr val="D4AF37"/>
                </a:solidFill>
              </a:defRPr>
            </a:pPr>
            <a:r>
              <a:t>Digital Literacy Gap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Challenge: Artisans cannot type or navigate English e-commerce dashboards.</a:t>
            </a:r>
            <a:br/>
            <a:r>
              <a:t>Mitigation: 100% voice-based Hindi dictation + headless WhatsApp bot.</a:t>
            </a:r>
          </a:p>
          <a:p>
            <a:pPr>
              <a:spcBef>
                <a:spcPts val="600"/>
              </a:spcBef>
              <a:defRPr sz="1150" b="1">
                <a:solidFill>
                  <a:srgbClr val="D4AF37"/>
                </a:solidFill>
              </a:defRPr>
            </a:pPr>
            <a:r>
              <a:t>Connectivity in Remote Villages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Challenge: Unstable 4G/5G in interior rural clusters.</a:t>
            </a:r>
            <a:br/>
            <a:r>
              <a:t>Mitigation: Lightweight PWA caching and asynchronous WhatsApp dispatch queue.</a:t>
            </a:r>
          </a:p>
          <a:p>
            <a:pPr>
              <a:spcBef>
                <a:spcPts val="600"/>
              </a:spcBef>
              <a:defRPr sz="1150" b="1">
                <a:solidFill>
                  <a:srgbClr val="D4AF37"/>
                </a:solidFill>
              </a:defRPr>
            </a:pPr>
            <a:r>
              <a:t>Middlemen Resistance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Challenge: Local aggregators capturing 70%+ margins.</a:t>
            </a:r>
            <a:br/>
            <a:r>
              <a:t>Mitigation: Direct settlement to maker's official UPI/bank account with zero gateway fee.</a:t>
            </a:r>
          </a:p>
          <a:p>
            <a:pPr>
              <a:spcBef>
                <a:spcPts val="600"/>
              </a:spcBef>
              <a:defRPr sz="1150" b="1">
                <a:solidFill>
                  <a:srgbClr val="D4AF37"/>
                </a:solidFill>
              </a:defRPr>
            </a:pPr>
            <a:r>
              <a:t>Counterfeits &amp; Consumer Trust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Challenge: Mass factory replicas claiming to be handmade.</a:t>
            </a:r>
            <a:br/>
            <a:r>
              <a:t>Mitigation: Tamper-proof Digital Provenance Passport with village coordinates and audio blessing.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SMART INDIA HACKATHON 2025 • PS ID: 1697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IMPACT AND BENEFITS: Economic, Social &amp; Environmental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6289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</a:defRPr>
            </a:pPr>
            <a:r>
              <a:t>💰 Economic Impact: 88% Direct Artisan Payout &amp; Fair Prosperity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Income Multiplier: Increases artisan annual earnings by 40% to 65% by eliminating multiple layers of middlemen.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Instant Capital Liquidity: Instant UPI settlement directly into the artisan's bank account with zero payment lock-in.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365-Day Continuous Demand: Replaces vulnerability of erratic 5-day exhibitions with year-round digital storefront exposure.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728655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0128"/>
            <a:ext cx="1036289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07A5F"/>
                </a:solidFill>
              </a:defRPr>
            </a:pPr>
            <a:r>
              <a:t>🤝 Social &amp; Cultural Empowerment: Preserving Living Indian Heritage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Cluster &amp; SHG Mode: Built-in collaborative listing mode specifically tailored for Women Self-Help Groups &amp; village cooperatives.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Revival of Endangered Arts: Protects fading handicrafts (Terracotta, Madhubani, Ajrakh Handloom, Channapatna Toys, Bastar Dokra).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Dignity of Labor: Recognizes rural craftspeople not as factory laborers, but as certified Master Artisans with verifiable digital identity.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64608"/>
            <a:ext cx="1036289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🌱 Environmental &amp; Supply Chain Efficiency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Decarbonized Micro-Logistics: Direct pickup slip routed straight to rural logistics hubs, cutting long-distance transit warehousing.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Zero Paperwork &amp; Digital Receipts: 100% digital invoices and dispatch slips sent directly over WhatsApp.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Sustainable Material Promotion: Prioritizes organic natural dyes, sustainably harvested wood, and chemical-free handcrafted earthware.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SMART INDIA HACKATHON 2025 • PS ID: 1697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RESEARCH AND REFERENCES: Policy Alignment &amp; Benchmark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AF37"/>
                </a:solidFill>
              </a:defRPr>
            </a:pPr>
            <a:r>
              <a:t>🏛️ National Policy Alignment &amp; Govt Initiatives</a:t>
            </a:r>
          </a:p>
          <a:p>
            <a:pPr>
              <a:spcBef>
                <a:spcPts val="800"/>
              </a:spcBef>
              <a:defRPr sz="1150" b="1">
                <a:solidFill>
                  <a:srgbClr val="E07A5F"/>
                </a:solidFill>
              </a:defRPr>
            </a:pPr>
            <a:r>
              <a:t>• Ministry of Textiles (DC Handicrafts):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Integrated with National Handicraft Development Programme (NHDP) and Geographical Indications (GI) tagging standards.</a:t>
            </a:r>
          </a:p>
          <a:p>
            <a:pPr>
              <a:spcBef>
                <a:spcPts val="800"/>
              </a:spcBef>
              <a:defRPr sz="1150" b="1">
                <a:solidFill>
                  <a:srgbClr val="E07A5F"/>
                </a:solidFill>
              </a:defRPr>
            </a:pPr>
            <a:r>
              <a:t>• One District One Product (ODOP):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Directly empowers regional craft clusters (e.g., Gorakhpur Terracotta, Channapatna Toys, Kutch Ajrakh Weaves, Bastar Metalcraft).</a:t>
            </a:r>
          </a:p>
          <a:p>
            <a:pPr>
              <a:spcBef>
                <a:spcPts val="800"/>
              </a:spcBef>
              <a:defRPr sz="1150" b="1">
                <a:solidFill>
                  <a:srgbClr val="E07A5F"/>
                </a:solidFill>
              </a:defRPr>
            </a:pPr>
            <a:r>
              <a:t>• NITI Aayog — Digital India &amp; AI for All: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Fulfills the mandate of grassroots AI adoption, bringing voice-assisted computer vision and NLP to non-English rural populations.</a:t>
            </a:r>
          </a:p>
          <a:p>
            <a:pPr>
              <a:spcBef>
                <a:spcPts val="800"/>
              </a:spcBef>
              <a:defRPr sz="1150" b="1">
                <a:solidFill>
                  <a:srgbClr val="E07A5F"/>
                </a:solidFill>
              </a:defRPr>
            </a:pPr>
            <a:r>
              <a:t>• GeM (Government e-Marketplace):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Architecture designed to bridge rural artisan inventory with institutional public procurement and corporate gifting channels.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📚 Benchmark Studies &amp; Technical Standards</a:t>
            </a:r>
          </a:p>
          <a:p>
            <a:pPr>
              <a:spcBef>
                <a:spcPts val="800"/>
              </a:spcBef>
              <a:defRPr sz="1150" b="1">
                <a:solidFill>
                  <a:srgbClr val="D4AF37"/>
                </a:solidFill>
              </a:defRPr>
            </a:pPr>
            <a:r>
              <a:t>• World Bank Artisan Economy Report: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Documented that Indian informal artisans retain less than 20% of the final retail price due to predatory urban retail markups.</a:t>
            </a:r>
          </a:p>
          <a:p>
            <a:pPr>
              <a:spcBef>
                <a:spcPts val="800"/>
              </a:spcBef>
              <a:defRPr sz="1150" b="1">
                <a:solidFill>
                  <a:srgbClr val="D4AF37"/>
                </a:solidFill>
              </a:defRPr>
            </a:pPr>
            <a:r>
              <a:t>• Dastkar &amp; Surajkund Mela Field Data: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Empirical pricing studies reveal craftspeople sell out in 3 days but stay offline for 360 days due to lack of digital listing skills.</a:t>
            </a:r>
          </a:p>
          <a:p>
            <a:pPr>
              <a:spcBef>
                <a:spcPts val="800"/>
              </a:spcBef>
              <a:defRPr sz="1150" b="1">
                <a:solidFill>
                  <a:srgbClr val="D4AF37"/>
                </a:solidFill>
              </a:defRPr>
            </a:pPr>
            <a:r>
              <a:t>• NPCI Unified Payments Interface (UPI):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Implemented UPI deep-linking specification (upi://pay?pa=...&amp;cu=INR) ensuring zero-commission direct merchant settlements.</a:t>
            </a:r>
          </a:p>
          <a:p>
            <a:pPr>
              <a:spcBef>
                <a:spcPts val="800"/>
              </a:spcBef>
              <a:defRPr sz="1150" b="1">
                <a:solidFill>
                  <a:srgbClr val="D4AF37"/>
                </a:solidFill>
              </a:defRPr>
            </a:pPr>
            <a:r>
              <a:t>• Open Web &amp; WhatsApp Automation Specs: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Implemented resilient headless browser session orchestration (whatsapp-web.js) delivering verifiable real-time pickup dispatch.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