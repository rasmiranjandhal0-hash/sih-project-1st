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1E3A8A"/>
                </a:solidFill>
              </a:defRPr>
            </a:pPr>
            <a:r>
              <a:t>• Problem Statement ID:  1697</a:t>
            </a:r>
          </a:p>
          <a:p>
            <a:pPr>
              <a:spcBef>
                <a:spcPts val="1400"/>
              </a:spcBef>
              <a:defRPr sz="1700" b="1">
                <a:solidFill>
                  <a:srgbClr val="1E3A8A"/>
                </a:solidFill>
              </a:defRPr>
            </a:pPr>
            <a:r>
              <a:t>• Project Title:  KAARIGAR AI: Empowering Rural Artisans through AI-Assisted Commerce Platform</a:t>
            </a:r>
          </a:p>
          <a:p>
            <a:pPr>
              <a:spcBef>
                <a:spcPts val="1400"/>
              </a:spcBef>
              <a:defRPr sz="1700" b="0">
                <a:solidFill>
                  <a:srgbClr val="0F172A"/>
                </a:solidFill>
              </a:defRPr>
            </a:pPr>
            <a:r>
              <a:t>• Theme / Category:  Social Innovation &amp; Digital Empowerment</a:t>
            </a:r>
          </a:p>
          <a:p>
            <a:pPr>
              <a:spcBef>
                <a:spcPts val="1400"/>
              </a:spcBef>
              <a:defRPr sz="1700" b="0">
                <a:solidFill>
                  <a:srgbClr val="0F172A"/>
                </a:solidFill>
              </a:defRPr>
            </a:pPr>
            <a:r>
              <a:t>• Domain:  Software (Voice PWA, AI Multi-Engine Processing &amp; WhatsApp Web Automation)</a:t>
            </a:r>
          </a:p>
          <a:p>
            <a:pPr>
              <a:spcBef>
                <a:spcPts val="1400"/>
              </a:spcBef>
              <a:defRPr sz="1700" b="0">
                <a:solidFill>
                  <a:srgbClr val="0F172A"/>
                </a:solidFill>
              </a:defRPr>
            </a:pPr>
            <a:r>
              <a:t>• Team ID:  [Your Team ID]</a:t>
            </a:r>
          </a:p>
          <a:p>
            <a:pPr>
              <a:spcBef>
                <a:spcPts val="1400"/>
              </a:spcBef>
              <a:defRPr sz="1700" b="0">
                <a:solidFill>
                  <a:srgbClr val="0F172A"/>
                </a:solidFill>
              </a:defRPr>
            </a:pPr>
            <a:r>
              <a:t>• Team Name:  Kaarigar AI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IDEA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❖ KAARIGAR AI: Virtual Business Manager for Rural Artisans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Bridges the gap between traditional craftsmanship and digital commerce by automating photography, bilingual listing creation, and fair pricing—eliminating the technical skill barrier that keeps artisans offline.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Unlike generic marketplaces (Amazon, Etsy, Flipkart), Kaarigar AI builds listings automatically and functions as a pocket business manager:</a:t>
            </a:r>
          </a:p>
          <a:p>
            <a:pPr>
              <a:spcBef>
                <a:spcPts val="250"/>
              </a:spcBef>
              <a:defRPr sz="1150">
                <a:solidFill>
                  <a:srgbClr val="0F172A"/>
                </a:solidFill>
              </a:defRPr>
            </a:pPr>
            <a:r>
              <a:t>  - 100% Voice-First Regional Input: Non-literate artisans speak in Hindi; Speech AI transcribes and auto-generates SEO-optimized listings in Hindi &amp; English.</a:t>
            </a:r>
          </a:p>
          <a:p>
            <a:pPr>
              <a:spcBef>
                <a:spcPts val="250"/>
              </a:spcBef>
              <a:defRPr sz="1150">
                <a:solidFill>
                  <a:srgbClr val="0F172A"/>
                </a:solidFill>
              </a:defRPr>
            </a:pPr>
            <a:r>
              <a:t>  - Zero-Commission 88% Direct Payout: Completely eliminates 3-5 layers of middlemen; customer payments route directly to artisan's UPI/bank account (6371205518@upi).</a:t>
            </a:r>
          </a:p>
          <a:p>
            <a:pPr>
              <a:spcBef>
                <a:spcPts val="250"/>
              </a:spcBef>
              <a:defRPr sz="1150">
                <a:solidFill>
                  <a:srgbClr val="0F172A"/>
                </a:solidFill>
              </a:defRPr>
            </a:pPr>
            <a:r>
              <a:t>  - Frictionless Buyer Checkout: Mobile buyers pay via 1-tap UPI deep-links (GPay, PhonePe, Paytm); desktop buyers scan dynamic QR codes.</a:t>
            </a:r>
          </a:p>
          <a:p>
            <a:pPr>
              <a:spcBef>
                <a:spcPts val="250"/>
              </a:spcBef>
              <a:defRPr sz="1150">
                <a:solidFill>
                  <a:srgbClr val="0F172A"/>
                </a:solidFill>
              </a:defRPr>
            </a:pPr>
            <a:r>
              <a:t>  - Automated Dual WhatsApp Dispatch: Instant notification slips routed to Delivery Partner (+91 9668317798) and Company HQ (+91 6371205518).</a:t>
            </a:r>
          </a:p>
          <a:p>
            <a:pPr>
              <a:spcBef>
                <a:spcPts val="250"/>
              </a:spcBef>
              <a:defRPr sz="1150">
                <a:solidFill>
                  <a:srgbClr val="0F172A"/>
                </a:solidFill>
              </a:defRPr>
            </a:pPr>
            <a:r>
              <a:t>  - Headless WhatsApp Bot: Artisans without smartphones can manage inventory, view orders, and coordinate pickups via simple WhatsApp messages (+91 78150 28355).</a:t>
            </a:r>
          </a:p>
          <a:p>
            <a:pPr>
              <a:spcBef>
                <a:spcPts val="250"/>
              </a:spcBef>
              <a:defRPr sz="1150">
                <a:solidFill>
                  <a:srgbClr val="0F172A"/>
                </a:solidFill>
              </a:defRPr>
            </a:pPr>
            <a:r>
              <a:t>  - Digital Provenance Passport: Tamper-proof authenticity QR code with verified village coordinates, artisan lineage, and recorded audio blessings.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Production Full-Stack Architecture &amp; AI Engines: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Frontend / Mobile PWA: Mobile-first responsive UI (Tailwind CSS, 2-column mobile catalog, slide-up bottom sheets, horizontal swipe category filter).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Speech AI &amp; NLP: Web Speech API (Hindi hi-IN / English) integrated with LLM parsing for zero-click bilingual cataloging and cultural storytelling.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Backend &amp; Hybrid Database: Node.js &amp; Express REST API architecture with dual persistence—embedded zero-setup storage + Supabase PostgreSQL cloud sync.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Fintech &amp; Payment Deep-Linking: Native UPI intent deep-linking (upi://pay?pa=6371205518@upi) for mobile buyers, dynamic QR codes, and PayPal Sandbox.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WhatsApp Automation Engine: whatsapp-web.js with persistent LocalAuth session for automated dual-notification dispatch.</a:t>
            </a:r>
          </a:p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4-Step End-to-End User Flow (Tested &amp; Live):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(1) Snap Photo (Engine A): Artisan captures craft; AI studio lighting cleans background &amp; enhances luster.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(2) Voice Dictation (Engine B): Artisan speaks: "Yeh mitti ka kalash hai, 2 din lage, 280 rupaye." Speech AI transcribes instantly.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(3) AI Cataloging &amp; Fair Pricing (Engine C): Generates bilingual story and suggests fair price range (Rs 240 - Rs 340) with 94% confidence.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(4) 1-Click Publish &amp; WhatsApp Dispatch: Live on store; instant pickup slip dispatched to Delivery Partner (+91 9668317798).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Feasibility &amp; Production Readiness: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Fully Deployed &amp; Live Working Prototype: Tested live on mobile and LAN viewports with real voice listings, dynamic checkout, and dual WhatsApp notifications.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Zero-Install Low-Barrier PWA: Runs in any mobile browser as a progressive web app with minimal data footprint; no app store downloads needed.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Target Addressable Market: 10M+ unorganized artisans, Self-Help Groups (SHGs), and craft clusters across India currently dependent on periodic 3-day fairs.</a:t>
            </a:r>
          </a:p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Identified Challenges &amp; Implemented Strategies: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Digital Literacy Gap: 100% voice-first interface in regional Hindi + headless WhatsApp bot for non-smartphone users.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Rural Internet Connectivity: Offline-first lightweight PWA caching + asynchronous WhatsApp dispatch queue for low-bandwidth zones.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Middlemen Exploitation &amp; Mistrust: Direct-to-maker UPI settlement (6371205518@upi) guaranteeing 88% direct payout into artisan's account.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Counterfeiting &amp; Customer Trust: Tamper-proof Digital Provenance Passport with artisan village coordinates, certificate ID, and recorded audio note.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365-Day Digital Sales Channel &amp; Financial Freedom: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Replaces erratic 5-day exhibition dependency with a continuous, year-round global digital storefront.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Zero technical skill needed—any rural artisan who can speak can launch a live online product listing in under 60 seconds.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Guaranteed financial independence through transparent, fair-trade pricing algorithms and direct UPI settlement.</a:t>
            </a:r>
          </a:p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Comprehensive Tri-Sector Impact: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Economic Impact: 40% to 65% higher net income per artisan by eliminating 3 to 5 layers of predatory middlemen; 88% of retail price paid directly to maker.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Social &amp; Cultural Impact: Empowers rural women via collaborative SHG / Cluster Mode; safeguards vanishing heritage arts (Terracotta, Madhubani, Ajrakh, Dokra, Channapatna).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Environmental Impact: Direct micro-logistics routing eliminates unnecessary travel and intermediate warehousing; 100% paperless WhatsApp invoicing.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Policy &amp; Institutional Alignment: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Ministry of Textiles (DC Handicrafts): Aligned with National Handicraft Development Programme (NHDP) and Geographical Indications (GI) tagging standards.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One District One Product (ODOP) &amp; GeM: Architecture mapped to state craft clusters (UP Terracotta, Gujarat Ajrakh, Karnataka Toys, Bastar Metalcraft) for institutional procurement.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NITI Aayog &amp; Digital India: Supports rural digital inclusion, grassroots AI adoption, and UPI penetration in rural Bharat.</a:t>
            </a:r>
          </a:p>
          <a:p>
            <a:pPr>
              <a:spcBef>
                <a:spcPts val="700"/>
              </a:spcBef>
              <a:defRPr sz="1350" b="1">
                <a:solidFill>
                  <a:srgbClr val="1E3A8A"/>
                </a:solidFill>
              </a:defRPr>
            </a:pPr>
            <a:r>
              <a:t>• Empirical Research &amp; Benchmark Standards: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World Bank Artisan Economy Report: Documented that Indian informal artisans retain &lt;20% of retail price under traditional aggregators.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Surajkund &amp; Dastkar Craft Fair Field Studies: Empirical pricing data shows craftspeople sell out in 3 days but stay offline for 360 days due to lack of digital listing skills.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NPCI Unified Payments Interface (UPI) Standards: Implemented standard UPI deep-linking protocols (upi://pay?pa=...&amp;cu=INR) for 0% transaction fee direct settlements.</a:t>
            </a:r>
          </a:p>
          <a:p>
            <a:pPr>
              <a:spcBef>
                <a:spcPts val="250"/>
              </a:spcBef>
              <a:defRPr sz="1150" b="0">
                <a:solidFill>
                  <a:srgbClr val="0F172A"/>
                </a:solidFill>
              </a:defRPr>
            </a:pPr>
            <a:r>
              <a:t>  - WhatsApp Automation Engine (whatsapp-web.js): Real-time webhook architecture for pickup slips and delivery coordination.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